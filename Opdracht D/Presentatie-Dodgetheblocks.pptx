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38"/>
  </p:normalViewPr>
  <p:slideViewPr>
    <p:cSldViewPr snapToGrid="0">
      <p:cViewPr varScale="1">
        <p:scale>
          <a:sx n="128" d="100"/>
          <a:sy n="128" d="100"/>
        </p:scale>
        <p:origin x="1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erte 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ar of onwa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E23E04-4741-2B1F-93C3-A01CCAA3C0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Dodge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Bombs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E29741D-4B11-0CF8-EE88-3B4D1F279B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Bekir Inal | Artemis 9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30473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4FC735-AEBA-0441-D7EF-AC9985F53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7375FB7-61DF-DCCD-541E-E458CAC55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Demo van het spel</a:t>
            </a:r>
          </a:p>
          <a:p>
            <a:r>
              <a:rPr lang="nl-NL" dirty="0"/>
              <a:t>Ontwikkelproces</a:t>
            </a:r>
          </a:p>
          <a:p>
            <a:r>
              <a:rPr lang="nl-NL" dirty="0"/>
              <a:t>Advies voor verdere ontwikkeling</a:t>
            </a:r>
          </a:p>
          <a:p>
            <a:r>
              <a:rPr lang="nl-NL" dirty="0"/>
              <a:t>Samenvatting</a:t>
            </a:r>
          </a:p>
        </p:txBody>
      </p:sp>
    </p:spTree>
    <p:extLst>
      <p:ext uri="{BB962C8B-B14F-4D97-AF65-F5344CB8AC3E}">
        <p14:creationId xmlns:p14="http://schemas.microsoft.com/office/powerpoint/2010/main" val="3685954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8A6274-3A4D-5A78-9403-EDBABB2C6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Demo van het spel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877606E-FB24-0078-6CE6-00A09E5F4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Hoe start je de game?</a:t>
            </a:r>
          </a:p>
          <a:p>
            <a:r>
              <a:rPr lang="nl-NL" dirty="0"/>
              <a:t>Score en moeilijkheid</a:t>
            </a:r>
          </a:p>
          <a:p>
            <a:r>
              <a:rPr lang="nl-NL" dirty="0"/>
              <a:t>Startscherm, eindscherm en start</a:t>
            </a:r>
          </a:p>
          <a:p>
            <a:r>
              <a:rPr lang="nl-NL" dirty="0"/>
              <a:t>Geluiden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83313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Tijdelijke aanduiding voor inhoud 4" descr="Afbeelding met Multimediasoftware, software, Grafische software, Bewerking&#10;&#10;Door AI gegenereerde inhoud is mogelijk onjuist.">
            <a:extLst>
              <a:ext uri="{FF2B5EF4-FFF2-40B4-BE49-F238E27FC236}">
                <a16:creationId xmlns:a16="http://schemas.microsoft.com/office/drawing/2014/main" id="{3C79D8DA-1411-E3AA-A94A-DB7F3A8AFD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60" r="16911"/>
          <a:stretch>
            <a:fillRect/>
          </a:stretch>
        </p:blipFill>
        <p:spPr>
          <a:xfrm>
            <a:off x="0" y="288245"/>
            <a:ext cx="7574440" cy="6857990"/>
          </a:xfrm>
          <a:prstGeom prst="rect">
            <a:avLst/>
          </a:prstGeom>
        </p:spPr>
      </p:pic>
      <p:sp>
        <p:nvSpPr>
          <p:cNvPr id="14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8158693-C265-C347-6FF6-46C401B50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nl-NL" sz="3200">
                <a:solidFill>
                  <a:srgbClr val="FEFFFF"/>
                </a:solidFill>
              </a:rPr>
              <a:t>Ontwikkelproces</a:t>
            </a:r>
            <a:endParaRPr lang="nl-NL" sz="3200" dirty="0">
              <a:solidFill>
                <a:srgbClr val="FE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AFF896F-52E6-DA6F-DA1F-8F2E89701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770" y="2017668"/>
            <a:ext cx="3750205" cy="3857816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Gemaakt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met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raylib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Waarom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geen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game engine?	</a:t>
            </a:r>
          </a:p>
          <a:p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Scripten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809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E336C2-1AAA-BBDB-A0DA-61017D89C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Advies voor verdere ontwikkeling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1A827C6-46E5-3D98-01E5-C1FF40B17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Instellingen menu</a:t>
            </a:r>
          </a:p>
          <a:p>
            <a:r>
              <a:rPr lang="nl-NL" dirty="0"/>
              <a:t>Verschillende achtergronden en </a:t>
            </a:r>
            <a:r>
              <a:rPr lang="nl-NL" dirty="0" err="1"/>
              <a:t>bombs</a:t>
            </a:r>
            <a:r>
              <a:rPr lang="nl-NL" dirty="0"/>
              <a:t> voor de volgende levels</a:t>
            </a:r>
          </a:p>
          <a:p>
            <a:r>
              <a:rPr lang="nl-NL" dirty="0"/>
              <a:t>Sprite keuze</a:t>
            </a:r>
          </a:p>
          <a:p>
            <a:r>
              <a:rPr lang="nl-NL" dirty="0"/>
              <a:t>Power-ups met verschillende effecten</a:t>
            </a:r>
          </a:p>
          <a:p>
            <a:r>
              <a:rPr lang="nl-NL" dirty="0"/>
              <a:t>Hoogste score</a:t>
            </a:r>
          </a:p>
          <a:p>
            <a:r>
              <a:rPr lang="nl-NL" dirty="0" err="1"/>
              <a:t>Collision</a:t>
            </a:r>
            <a:r>
              <a:rPr lang="nl-NL" dirty="0"/>
              <a:t> </a:t>
            </a:r>
            <a:r>
              <a:rPr lang="nl-NL" dirty="0" err="1"/>
              <a:t>detection</a:t>
            </a:r>
            <a:r>
              <a:rPr lang="nl-NL" dirty="0"/>
              <a:t> verbeteren</a:t>
            </a:r>
          </a:p>
          <a:p>
            <a:r>
              <a:rPr lang="nl-NL" dirty="0"/>
              <a:t>OOP</a:t>
            </a:r>
          </a:p>
        </p:txBody>
      </p:sp>
    </p:spTree>
    <p:extLst>
      <p:ext uri="{BB962C8B-B14F-4D97-AF65-F5344CB8AC3E}">
        <p14:creationId xmlns:p14="http://schemas.microsoft.com/office/powerpoint/2010/main" val="3868475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8753BE-1EF9-4A67-5F98-CBCB7480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Samenvatting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DED3AE-3F21-E4B3-274C-A216FB52F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Het spel</a:t>
            </a:r>
          </a:p>
          <a:p>
            <a:r>
              <a:rPr lang="nl-NL" dirty="0"/>
              <a:t>Ontwikkelproces</a:t>
            </a:r>
          </a:p>
          <a:p>
            <a:r>
              <a:rPr lang="nl-NL" dirty="0"/>
              <a:t>Advies</a:t>
            </a:r>
          </a:p>
        </p:txBody>
      </p:sp>
    </p:spTree>
    <p:extLst>
      <p:ext uri="{BB962C8B-B14F-4D97-AF65-F5344CB8AC3E}">
        <p14:creationId xmlns:p14="http://schemas.microsoft.com/office/powerpoint/2010/main" val="2808994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E741BA-C218-11AD-8F02-65ED06000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BEDANKT VOOR HET LUISTEREN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B4E4DB6-9AF1-979A-D24A-B9B3DC1A9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Vragen?</a:t>
            </a:r>
          </a:p>
        </p:txBody>
      </p:sp>
    </p:spTree>
    <p:extLst>
      <p:ext uri="{BB962C8B-B14F-4D97-AF65-F5344CB8AC3E}">
        <p14:creationId xmlns:p14="http://schemas.microsoft.com/office/powerpoint/2010/main" val="2241795704"/>
      </p:ext>
    </p:extLst>
  </p:cSld>
  <p:clrMapOvr>
    <a:masterClrMapping/>
  </p:clrMapOvr>
</p:sld>
</file>

<file path=ppt/theme/theme1.xml><?xml version="1.0" encoding="utf-8"?>
<a:theme xmlns:a="http://schemas.openxmlformats.org/drawingml/2006/main" name="Sliert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Sliert</Template>
  <TotalTime>14</TotalTime>
  <Words>86</Words>
  <Application>Microsoft Macintosh PowerPoint</Application>
  <PresentationFormat>Breedbeeld</PresentationFormat>
  <Paragraphs>30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Sliert</vt:lpstr>
      <vt:lpstr>Dodge the Bombs</vt:lpstr>
      <vt:lpstr>Inleiding</vt:lpstr>
      <vt:lpstr>Demo van het spel</vt:lpstr>
      <vt:lpstr>Ontwikkelproces</vt:lpstr>
      <vt:lpstr>Advies voor verdere ontwikkeling</vt:lpstr>
      <vt:lpstr>Samenvatting</vt:lpstr>
      <vt:lpstr>BEDANKT VOOR HET LUISTEREN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Bekir Inal</dc:creator>
  <cp:lastModifiedBy>Bekir Inal</cp:lastModifiedBy>
  <cp:revision>1</cp:revision>
  <dcterms:created xsi:type="dcterms:W3CDTF">2025-06-17T08:27:53Z</dcterms:created>
  <dcterms:modified xsi:type="dcterms:W3CDTF">2025-06-17T08:42:13Z</dcterms:modified>
</cp:coreProperties>
</file>